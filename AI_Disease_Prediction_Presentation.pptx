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Privacy-Preserving Federated Learning for Disease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Team: [Your Team Name]</a:t>
            </a:r>
          </a:p>
          <a:p>
            <a:r>
              <a:t>HackWithUttarPradesh 2025 | IEDC Chandigarh University</a:t>
            </a:r>
          </a:p>
          <a:p>
            <a:r>
              <a:t>Date: [Current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pPr/>
            <a:r>
              <a:t>Solution Overview</a:t>
            </a:r>
          </a:p>
          <a:p>
            <a:pPr/>
            <a:r>
              <a:t>Technical Implementation</a:t>
            </a:r>
          </a:p>
          <a:p>
            <a:pPr/>
            <a:r>
              <a:t>Business Model</a:t>
            </a:r>
          </a:p>
          <a:p>
            <a:pPr/>
            <a:r>
              <a:t>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Data Challenges</a:t>
            </a:r>
          </a:p>
          <a:p>
            <a:pPr lvl="1"/>
            <a:r>
              <a:t>Data Privacy Concerns: Patient data is highly sensitive and regulated (HIPAA, GDPR)</a:t>
            </a:r>
          </a:p>
          <a:p>
            <a:pPr lvl="1"/>
            <a:r>
              <a:t>Data Silos: Hospitals cannot share patient data due to privacy laws</a:t>
            </a:r>
          </a:p>
          <a:p>
            <a:pPr lvl="1"/>
            <a:r>
              <a:t>Limited Training Data: Individual hospitals have insufficient data for robust AI models</a:t>
            </a:r>
          </a:p>
          <a:p>
            <a:pPr lvl="1"/>
            <a:r>
              <a:t>Lack of Transparency: Black-box AI models reduce trust in clinical decisions</a:t>
            </a:r>
          </a:p>
          <a:p>
            <a:pPr/>
            <a:r>
              <a:t>Current Issues</a:t>
            </a:r>
          </a:p>
          <a:p>
            <a:pPr lvl="1"/>
            <a:r>
              <a:t>Centralized ML: Requires data aggregation, violating privacy</a:t>
            </a:r>
          </a:p>
          <a:p>
            <a:pPr lvl="1"/>
            <a:r>
              <a:t>Bias in Models: Limited datasets lead to biased predictions</a:t>
            </a:r>
          </a:p>
          <a:p>
            <a:pPr lvl="1"/>
            <a:r>
              <a:t>No Explainability: Clinicians cannot understand AI decisions</a:t>
            </a:r>
          </a:p>
          <a:p>
            <a:pPr lvl="1"/>
            <a:r>
              <a:t>Security Risks: Data breaches during transmission</a:t>
            </a:r>
          </a:p>
          <a:p>
            <a:pPr/>
            <a:r>
              <a:t>Impact: Reduced adoption of AI in healthcare despite potential benefits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Federated Learning Approach</a:t>
            </a:r>
          </a:p>
          <a:p>
            <a:pPr lvl="1"/>
            <a:r>
              <a:t>Distributed Training: Train AI models across multiple hospitals without sharing raw data</a:t>
            </a:r>
          </a:p>
          <a:p>
            <a:pPr lvl="1"/>
            <a:r>
              <a:t>Privacy Preservation: Use differential privacy to protect individual patient information</a:t>
            </a:r>
          </a:p>
          <a:p>
            <a:pPr lvl="1"/>
            <a:r>
              <a:t>Explainable AI: Provide SHAP and LIME explanations for clinical interpretability</a:t>
            </a:r>
          </a:p>
          <a:p>
            <a:pPr lvl="1"/>
            <a:r>
              <a:t>Real-time Collaboration: Hospitals collaborate on model improvement while maintaining data sovereignty</a:t>
            </a:r>
          </a:p>
          <a:p>
            <a:pPr/>
            <a:r>
              <a:t>Key Benefits</a:t>
            </a:r>
          </a:p>
          <a:p>
            <a:pPr lvl="1"/>
            <a:r>
              <a:t>Privacy-First: No raw patient data leaves hospital premises</a:t>
            </a:r>
          </a:p>
          <a:p>
            <a:pPr lvl="1"/>
            <a:r>
              <a:t>Scalable: Leverages data from multiple institutions</a:t>
            </a:r>
          </a:p>
          <a:p>
            <a:pPr lvl="1"/>
            <a:r>
              <a:t>Trustworthy: Transparent AI decisions with explanations</a:t>
            </a:r>
          </a:p>
          <a:p>
            <a:pPr lvl="1"/>
            <a:r>
              <a:t>Regulatory Compliant: Meets HIPAA and GDPR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Federated Learning System Architecture</a:t>
            </a:r>
          </a:p>
          <a:p>
            <a:pPr/>
            <a:r>
              <a:t>Hospital 1 (Client) ────┐</a:t>
            </a:r>
          </a:p>
          <a:p>
            <a:pPr/>
            <a:r>
              <a:t>Hospital 2 (Client) ────┼─── FL Server (Aggregator) ──── Global Model + XAI</a:t>
            </a:r>
          </a:p>
          <a:p>
            <a:pPr/>
            <a:r>
              <a:t>Hospital 3 (Client) ────┘</a:t>
            </a:r>
          </a:p>
          <a:p>
            <a:pPr lvl="1"/>
            <a:r>
              <a:t>• Local Data • DP Training • FedAvg • Privacy Check • SHAP + LIME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Technologies</a:t>
            </a:r>
          </a:p>
          <a:p>
            <a:pPr lvl="1"/>
            <a:r>
              <a:t>Federated Learning: Flower framework for client-server architecture</a:t>
            </a:r>
          </a:p>
          <a:p>
            <a:pPr lvl="1"/>
            <a:r>
              <a:t>Privacy: Opacus library for differential privacy (ε=1.0, δ=1e-5)</a:t>
            </a:r>
          </a:p>
          <a:p>
            <a:pPr lvl="1"/>
            <a:r>
              <a:t>Explainability: SHAP for global explanations, LIME for local explanations</a:t>
            </a:r>
          </a:p>
          <a:p>
            <a:pPr lvl="1"/>
            <a:r>
              <a:t>Model: PyTorch-based MLP classifier with configurable architecture</a:t>
            </a:r>
          </a:p>
          <a:p>
            <a:pPr lvl="1"/>
            <a:r>
              <a:t>Data: UCI Heart Disease and Diabetes datasets</a:t>
            </a:r>
          </a:p>
          <a:p>
            <a:pPr/>
            <a:r>
              <a:t>Key Features</a:t>
            </a:r>
          </a:p>
          <a:p>
            <a:pPr lvl="1"/>
            <a:r>
              <a:t>Multi-Client Simulation: 3+ simulated hospitals with heterogeneous data</a:t>
            </a:r>
          </a:p>
          <a:p>
            <a:pPr lvl="1"/>
            <a:r>
              <a:t>Secure Aggregation: Encrypted model weight updates</a:t>
            </a:r>
          </a:p>
          <a:p>
            <a:pPr lvl="1"/>
            <a:r>
              <a:t>Gradient Clipping: L2 norm clipping to prevent privacy leakage</a:t>
            </a:r>
          </a:p>
          <a:p>
            <a:pPr lvl="1"/>
            <a:r>
              <a:t>Noise Injection: Gaussian noise calibrated to privacy budget</a:t>
            </a:r>
          </a:p>
          <a:p>
            <a:pPr/>
            <a:r>
              <a:t>Performance Metrics</a:t>
            </a:r>
          </a:p>
          <a:p>
            <a:pPr lvl="1"/>
            <a:r>
              <a:t>Accuracy: 80-85% on test datasets</a:t>
            </a:r>
          </a:p>
          <a:p>
            <a:pPr lvl="1"/>
            <a:r>
              <a:t>AUROC: 85-90% for disease prediction</a:t>
            </a:r>
          </a:p>
          <a:p>
            <a:pPr lvl="1"/>
            <a:r>
              <a:t>Privacy Budget: Tracks cumulative privacy loss</a:t>
            </a:r>
          </a:p>
          <a:p>
            <a:pPr lvl="1"/>
            <a:r>
              <a:t>Explanation Stability: Consistent interpretations across FL rounds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Disease Prediction Models</a:t>
            </a:r>
          </a:p>
          <a:p>
            <a:pPr lvl="1"/>
            <a:r>
              <a:t>Cardiovascular Risk: Early detection using clinical markers</a:t>
            </a:r>
          </a:p>
          <a:p>
            <a:pPr lvl="1"/>
            <a:r>
              <a:t>Diabetes Prediction: Risk assessment from patient history</a:t>
            </a:r>
          </a:p>
          <a:p>
            <a:pPr lvl="1"/>
            <a:r>
              <a:t>Dermatological Analysis: Skin condition diagnosis with severity scoring</a:t>
            </a:r>
          </a:p>
          <a:p>
            <a:pPr/>
            <a:r>
              <a:t>Clinical Features</a:t>
            </a:r>
          </a:p>
          <a:p>
            <a:pPr lvl="1"/>
            <a:r>
              <a:t>PASI Score Calculation: Psoriasis severity assessment</a:t>
            </a:r>
          </a:p>
          <a:p>
            <a:pPr lvl="1"/>
            <a:r>
              <a:t>SCORAD Index: Atopic dermatitis evaluation</a:t>
            </a:r>
          </a:p>
          <a:p>
            <a:pPr lvl="1"/>
            <a:r>
              <a:t>Evidence-Based Treatments: Protocol-driven therapy recommendations</a:t>
            </a:r>
          </a:p>
          <a:p>
            <a:pPr lvl="1"/>
            <a:r>
              <a:t>Follow-up Planning: Structured monitoring schedules</a:t>
            </a:r>
          </a:p>
          <a:p>
            <a:pPr/>
            <a:r>
              <a:t>Real-World Impact</a:t>
            </a:r>
          </a:p>
          <a:p>
            <a:pPr lvl="1"/>
            <a:r>
              <a:t>Early Intervention: Proactive disease management</a:t>
            </a:r>
          </a:p>
          <a:p>
            <a:pPr lvl="1"/>
            <a:r>
              <a:t>Resource Optimization: Efficient healthcare resource allocation</a:t>
            </a:r>
          </a:p>
          <a:p>
            <a:pPr lvl="1"/>
            <a:r>
              <a:t>Clinical Decision Support: AI-assisted diagnosis and treatment</a:t>
            </a:r>
          </a:p>
          <a:p>
            <a:pPr lvl="1"/>
            <a:r>
              <a:t>Patient Outcomes: Improved health outcomes through timely interventions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</a:t>
            </a:r>
          </a:p>
          <a:p>
            <a:pPr lvl="1"/>
            <a:r>
              <a:t>Python 3.9+</a:t>
            </a:r>
          </a:p>
          <a:p>
            <a:pPr lvl="1"/>
            <a:r>
              <a:t>PyTorch: Deep learning framework</a:t>
            </a:r>
          </a:p>
          <a:p>
            <a:pPr lvl="1"/>
            <a:r>
              <a:t>Flower: Federated learning platform</a:t>
            </a:r>
          </a:p>
          <a:p>
            <a:pPr lvl="1"/>
            <a:r>
              <a:t>Opacus: Differential privacy library</a:t>
            </a:r>
          </a:p>
          <a:p>
            <a:pPr/>
            <a:r>
              <a:t>Frontend</a:t>
            </a:r>
          </a:p>
          <a:p>
            <a:pPr lvl="1"/>
            <a:r>
              <a:t>Streamlit: Interactive web dashboard</a:t>
            </a:r>
          </a:p>
          <a:p>
            <a:pPr lvl="1"/>
            <a:r>
              <a:t>Plotly: Data visualization</a:t>
            </a:r>
          </a:p>
          <a:p>
            <a:pPr lvl="1"/>
            <a:r>
              <a:t>Matplotlib/Seaborn: Statistical plots</a:t>
            </a:r>
          </a:p>
          <a:p>
            <a:pPr/>
            <a:r>
              <a:t>Data &amp; Privacy</a:t>
            </a:r>
          </a:p>
          <a:p>
            <a:pPr lvl="1"/>
            <a:r>
              <a:t>Pandas/NumPy: Data processing</a:t>
            </a:r>
          </a:p>
          <a:p>
            <a:pPr lvl="1"/>
            <a:r>
              <a:t>Scikit-learn: Traditional ML algorithms</a:t>
            </a:r>
          </a:p>
          <a:p>
            <a:pPr lvl="1"/>
            <a:r>
              <a:t>SHAP/LIME: Explainability frameworks</a:t>
            </a:r>
          </a:p>
          <a:p>
            <a:pPr lvl="1"/>
            <a:r>
              <a:t>PyCryptodome: Encryption utilities</a:t>
            </a:r>
          </a:p>
          <a:p>
            <a:pPr/>
            <a:r>
              <a:t>Deployment</a:t>
            </a:r>
          </a:p>
          <a:p>
            <a:pPr lvl="1"/>
            <a:r>
              <a:t>Docker: Containerization</a:t>
            </a:r>
          </a:p>
          <a:p>
            <a:pPr lvl="1"/>
            <a:r>
              <a:t>AWS/Azure/GCP: Cloud deployment options</a:t>
            </a:r>
          </a:p>
          <a:p>
            <a:pPr lvl="1"/>
            <a:r>
              <a:t>Streamlit Cloud: Free hosting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</a:t>
            </a:r>
          </a:p>
          <a:p>
            <a:pPr lvl="1"/>
            <a:r>
              <a:t>1. SaaS Subscription Model</a:t>
            </a:r>
          </a:p>
          <a:p>
            <a:pPr lvl="2"/>
            <a:r>
              <a:t>Tiered Pricing: Basic ($99/month), Professional ($299/month), Enterprise ($999/month)</a:t>
            </a:r>
          </a:p>
          <a:p>
            <a:pPr lvl="2"/>
            <a:r>
              <a:t>Features: Model training, privacy monitoring, basic support</a:t>
            </a:r>
          </a:p>
          <a:p>
            <a:pPr lvl="1"/>
            <a:r>
              <a:t>2. Deployment Services</a:t>
            </a:r>
          </a:p>
          <a:p>
            <a:pPr lvl="2"/>
            <a:r>
              <a:t>Implementation Fee: $5,000-15,000 per hospital</a:t>
            </a:r>
          </a:p>
          <a:p>
            <a:pPr lvl="2"/>
            <a:r>
              <a:t>Customization: Dataset integration, model fine-tuning</a:t>
            </a:r>
          </a:p>
          <a:p>
            <a:pPr lvl="2"/>
            <a:r>
              <a:t>Training: Staff training and onboarding</a:t>
            </a:r>
          </a:p>
          <a:p>
            <a:pPr lvl="1"/>
            <a:r>
              <a:t>3. Premium Features</a:t>
            </a:r>
          </a:p>
          <a:p>
            <a:pPr lvl="2"/>
            <a:r>
              <a:t>Advanced Analytics: $199/month</a:t>
            </a:r>
          </a:p>
          <a:p>
            <a:pPr lvl="2"/>
            <a:r>
              <a:t>Custom Models: $499/month</a:t>
            </a:r>
          </a:p>
          <a:p>
            <a:pPr lvl="2"/>
            <a:r>
              <a:t>Priority Support: $99/month</a:t>
            </a:r>
          </a:p>
          <a:p>
            <a:pPr/>
            <a:r>
              <a:t>Target Market</a:t>
            </a:r>
          </a:p>
          <a:p>
            <a:pPr lvl="1"/>
            <a:r>
              <a:t>Primary: Large hospital networks (500+ beds)</a:t>
            </a:r>
          </a:p>
          <a:p>
            <a:pPr lvl="1"/>
            <a:r>
              <a:t>Secondary: Regional healthcare systems</a:t>
            </a:r>
          </a:p>
          <a:p>
            <a:pPr lvl="1"/>
            <a:r>
              <a:t>Tertiary: Research institutions and pharma companies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Size</a:t>
            </a:r>
          </a:p>
          <a:p>
            <a:pPr lvl="1"/>
            <a:r>
              <a:t>Global Healthcare AI Market: $45B by 2026 (CAGR 49%)</a:t>
            </a:r>
          </a:p>
          <a:p>
            <a:pPr lvl="1"/>
            <a:r>
              <a:t>Federated Learning in Healthcare: $2.5B opportunity</a:t>
            </a:r>
          </a:p>
          <a:p>
            <a:pPr lvl="1"/>
            <a:r>
              <a:t>Privacy-Preserving AI: Growing regulatory demand</a:t>
            </a:r>
          </a:p>
          <a:p>
            <a:pPr/>
            <a:r>
              <a:t>Competitive Advantage</a:t>
            </a:r>
          </a:p>
          <a:p>
            <a:pPr lvl="1"/>
            <a:r>
              <a:t>Privacy-First Approach: Unique selling proposition</a:t>
            </a:r>
          </a:p>
          <a:p>
            <a:pPr lvl="1"/>
            <a:r>
              <a:t>Explainable AI: Regulatory compliance advantage</a:t>
            </a:r>
          </a:p>
          <a:p>
            <a:pPr lvl="1"/>
            <a:r>
              <a:t>Open-Source Foundation: Lower development costs</a:t>
            </a:r>
          </a:p>
          <a:p>
            <a:pPr lvl="1"/>
            <a:r>
              <a:t>Clinical Validation: Medical-grade reliability</a:t>
            </a:r>
          </a:p>
          <a:p>
            <a:pPr/>
            <a:r>
              <a:t>Go-to-Market Strategy</a:t>
            </a:r>
          </a:p>
          <a:p>
            <a:pPr lvl="1"/>
            <a:r>
              <a:t>Phase 1: Pilot with 3-5 hospitals (6 months)</a:t>
            </a:r>
          </a:p>
          <a:p>
            <a:pPr lvl="1"/>
            <a:r>
              <a:t>Phase 2: Regional expansion (12-18 months)</a:t>
            </a:r>
          </a:p>
          <a:p>
            <a:pPr lvl="1"/>
            <a:r>
              <a:t>Phase 3: National healthcare network (24+ months)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 Projections</a:t>
            </a:r>
          </a:p>
          <a:p>
            <a:pPr lvl="1"/>
            <a:r>
              <a:t>Revenue: $500K (pilot programs + subscriptions)</a:t>
            </a:r>
          </a:p>
          <a:p>
            <a:pPr lvl="1"/>
            <a:r>
              <a:t>Customers: 10 hospitals</a:t>
            </a:r>
          </a:p>
          <a:p>
            <a:pPr lvl="1"/>
            <a:r>
              <a:t>Cost: $300K (development + operations)</a:t>
            </a:r>
          </a:p>
          <a:p>
            <a:pPr lvl="1"/>
            <a:r>
              <a:t>Profit: $200K</a:t>
            </a:r>
          </a:p>
          <a:p>
            <a:pPr/>
            <a:r>
              <a:t>Year 3 Projections</a:t>
            </a:r>
          </a:p>
          <a:p>
            <a:pPr lvl="1"/>
            <a:r>
              <a:t>Revenue: $5M (expanded customer base)</a:t>
            </a:r>
          </a:p>
          <a:p>
            <a:pPr lvl="1"/>
            <a:r>
              <a:t>Customers: 200+ hospitals</a:t>
            </a:r>
          </a:p>
          <a:p>
            <a:pPr lvl="1"/>
            <a:r>
              <a:t>Cost: $1.5M (scaling infrastructure)</a:t>
            </a:r>
          </a:p>
          <a:p>
            <a:pPr lvl="1"/>
            <a:r>
              <a:t>Profit: $3.5M</a:t>
            </a:r>
          </a:p>
          <a:p>
            <a:pPr/>
            <a:r>
              <a:t>Funding Requirements</a:t>
            </a:r>
          </a:p>
          <a:p>
            <a:pPr lvl="1"/>
            <a:r>
              <a:t>Seed Round: $1M for product development</a:t>
            </a:r>
          </a:p>
          <a:p>
            <a:pPr lvl="1"/>
            <a:r>
              <a:t>Series A: $5M for market expansion</a:t>
            </a:r>
          </a:p>
          <a:p>
            <a:pPr lvl="1"/>
            <a:r>
              <a:t>Break-even: 18 months post-launch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Analysis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Risks</a:t>
            </a:r>
          </a:p>
          <a:p>
            <a:pPr lvl="1"/>
            <a:r>
              <a:t>Privacy Vulnerabilities: Regular security audits, third-party validation</a:t>
            </a:r>
          </a:p>
          <a:p>
            <a:pPr lvl="1"/>
            <a:r>
              <a:t>Model Performance: Continuous monitoring, retraining pipelines</a:t>
            </a:r>
          </a:p>
          <a:p>
            <a:pPr lvl="1"/>
            <a:r>
              <a:t>Scalability Issues: Cloud-native architecture, load testing</a:t>
            </a:r>
          </a:p>
          <a:p>
            <a:pPr/>
            <a:r>
              <a:t>Regulatory Risks</a:t>
            </a:r>
          </a:p>
          <a:p>
            <a:pPr lvl="1"/>
            <a:r>
              <a:t>Compliance Changes: Legal team monitoring, adaptive compliance</a:t>
            </a:r>
          </a:p>
          <a:p>
            <a:pPr lvl="1"/>
            <a:r>
              <a:t>Data Privacy Laws: Privacy-by-design approach, GDPR/HIPAA compliance</a:t>
            </a:r>
          </a:p>
          <a:p>
            <a:pPr/>
            <a:r>
              <a:t>Market Risks</a:t>
            </a:r>
          </a:p>
          <a:p>
            <a:pPr lvl="1"/>
            <a:r>
              <a:t>Adoption Resistance: Clinical validation studies, physician training</a:t>
            </a:r>
          </a:p>
          <a:p>
            <a:pPr lvl="1"/>
            <a:r>
              <a:t>Competition: First-mover advantage, proprietary algorithms</a:t>
            </a:r>
          </a:p>
          <a:p>
            <a:pPr/>
            <a:r>
              <a:t>Mitigation Strategy</a:t>
            </a:r>
          </a:p>
          <a:p>
            <a:pPr lvl="1"/>
            <a:r>
              <a:t>Pilot Testing: Extensive validation with medical partners</a:t>
            </a:r>
          </a:p>
          <a:p>
            <a:pPr lvl="1"/>
            <a:r>
              <a:t>Insurance: Cyber liability and professional liability coverage</a:t>
            </a:r>
          </a:p>
          <a:p>
            <a:pPr lvl="1"/>
            <a:r>
              <a:t>Backup Plans: Centralized fallback options, data anonymization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MVP (Current)</a:t>
            </a:r>
          </a:p>
          <a:p>
            <a:pPr lvl="1"/>
            <a:r>
              <a:t>✅ Federated learning pipeline</a:t>
            </a:r>
          </a:p>
          <a:p>
            <a:pPr lvl="1"/>
            <a:r>
              <a:t>✅ Differential privacy implementation</a:t>
            </a:r>
          </a:p>
          <a:p>
            <a:pPr lvl="1"/>
            <a:r>
              <a:t>✅ Basic explainability features</a:t>
            </a:r>
          </a:p>
          <a:p>
            <a:pPr lvl="1"/>
            <a:r>
              <a:t>✅ Streamlit dashboard</a:t>
            </a:r>
          </a:p>
          <a:p>
            <a:pPr/>
            <a:r>
              <a:t>Phase 2: Clinical Validation (3-6 months)</a:t>
            </a:r>
          </a:p>
          <a:p>
            <a:pPr lvl="1"/>
            <a:r>
              <a:t>🔄 IRB-approved clinical trials</a:t>
            </a:r>
          </a:p>
          <a:p>
            <a:pPr lvl="1"/>
            <a:r>
              <a:t>🔄 Physician validation studies</a:t>
            </a:r>
          </a:p>
          <a:p>
            <a:pPr lvl="1"/>
            <a:r>
              <a:t>🔄 Regulatory compliance (FDA/CE)</a:t>
            </a:r>
          </a:p>
          <a:p>
            <a:pPr lvl="1"/>
            <a:r>
              <a:t>🔄 Real hospital integration</a:t>
            </a:r>
          </a:p>
          <a:p>
            <a:pPr/>
            <a:r>
              <a:t>Phase 3: Advanced Features (6-12 months)</a:t>
            </a:r>
          </a:p>
          <a:p>
            <a:pPr lvl="1"/>
            <a:r>
              <a:t>🔄 Multi-modal data integration (images, text)</a:t>
            </a:r>
          </a:p>
          <a:p>
            <a:pPr lvl="1"/>
            <a:r>
              <a:t>🔄 Advanced privacy mechanisms</a:t>
            </a:r>
          </a:p>
          <a:p>
            <a:pPr lvl="1"/>
            <a:r>
              <a:t>🔄 Real-time federated inference</a:t>
            </a:r>
          </a:p>
          <a:p>
            <a:pPr lvl="1"/>
            <a:r>
              <a:t>🔄 Mobile application</a:t>
            </a:r>
          </a:p>
          <a:p>
            <a:pPr/>
            <a:r>
              <a:t>Phase 4: Enterprise Scale (12-24 months)</a:t>
            </a:r>
          </a:p>
          <a:p>
            <a:pPr lvl="1"/>
            <a:r>
              <a:t>🔄 Global healthcare network</a:t>
            </a:r>
          </a:p>
          <a:p>
            <a:pPr lvl="1"/>
            <a:r>
              <a:t>🔄 AI model marketplace</a:t>
            </a:r>
          </a:p>
          <a:p>
            <a:pPr lvl="1"/>
            <a:r>
              <a:t>🔄 Research collaboration platform</a:t>
            </a:r>
          </a:p>
          <a:p>
            <a:pPr lvl="1"/>
            <a:r>
              <a:t>🔄 International expansion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Expertise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</a:t>
            </a:r>
          </a:p>
          <a:p>
            <a:pPr lvl="1"/>
            <a:r>
              <a:t>AI/ML Engineer: Federated learning and privacy expertise</a:t>
            </a:r>
          </a:p>
          <a:p>
            <a:pPr lvl="1"/>
            <a:r>
              <a:t>Clinical Advisor: Medical doctor with AI experience</a:t>
            </a:r>
          </a:p>
          <a:p>
            <a:pPr lvl="1"/>
            <a:r>
              <a:t>Security Expert: Privacy and compliance specialist</a:t>
            </a:r>
          </a:p>
          <a:p>
            <a:pPr lvl="1"/>
            <a:r>
              <a:t>Product Manager: Healthcare technology background</a:t>
            </a:r>
          </a:p>
          <a:p>
            <a:pPr/>
            <a:r>
              <a:t>Advisors</a:t>
            </a:r>
          </a:p>
          <a:p>
            <a:pPr lvl="1"/>
            <a:r>
              <a:t>Healthcare Policy: Regulatory compliance guidance</a:t>
            </a:r>
          </a:p>
          <a:p>
            <a:pPr lvl="1"/>
            <a:r>
              <a:t>Data Privacy: GDPR/HIPAA expertise</a:t>
            </a:r>
          </a:p>
          <a:p>
            <a:pPr lvl="1"/>
            <a:r>
              <a:t>Clinical Research: Medical validation support</a:t>
            </a:r>
          </a:p>
          <a:p>
            <a:pPr/>
            <a:r>
              <a:t>Partnerships</a:t>
            </a:r>
          </a:p>
          <a:p>
            <a:pPr lvl="1"/>
            <a:r>
              <a:t>Academic Institutions: Research collaboration</a:t>
            </a:r>
          </a:p>
          <a:p>
            <a:pPr lvl="1"/>
            <a:r>
              <a:t>Healthcare Providers: Pilot program partners</a:t>
            </a:r>
          </a:p>
          <a:p>
            <a:pPr lvl="1"/>
            <a:r>
              <a:t>Technology Vendors: Infrastructure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Next Steps</a:t>
            </a:r>
          </a:p>
          <a:p>
            <a:pPr lvl="1"/>
            <a:r>
              <a:t>1. Pilot Program: Partner with 3 hospitals for validation</a:t>
            </a:r>
          </a:p>
          <a:p>
            <a:pPr lvl="1"/>
            <a:r>
              <a:t>2. Clinical Trials: IRB-approved studies for regulatory approval</a:t>
            </a:r>
          </a:p>
          <a:p>
            <a:pPr lvl="1"/>
            <a:r>
              <a:t>3. Funding Round: Secure seed investment for development</a:t>
            </a:r>
          </a:p>
          <a:p>
            <a:pPr lvl="1"/>
            <a:r>
              <a:t>4. Team Expansion: Hire clinical and technical experts</a:t>
            </a:r>
          </a:p>
          <a:p>
            <a:pPr/>
            <a:r>
              <a:t>Investment Opportunity</a:t>
            </a:r>
          </a:p>
          <a:p>
            <a:pPr lvl="1"/>
            <a:r>
              <a:t>Problem: Privacy-preserving AI in healthcare</a:t>
            </a:r>
          </a:p>
          <a:p>
            <a:pPr lvl="1"/>
            <a:r>
              <a:t>Solution: Production-ready federated learning platform</a:t>
            </a:r>
          </a:p>
          <a:p>
            <a:pPr lvl="1"/>
            <a:r>
              <a:t>Market: $45B healthcare AI market</a:t>
            </a:r>
          </a:p>
          <a:p>
            <a:pPr lvl="1"/>
            <a:r>
              <a:t>Traction: Validated technology, clinical applications</a:t>
            </a:r>
          </a:p>
          <a:p>
            <a:pPr/>
            <a:r>
              <a:t>Join us in revolutionizing healthcare with privacy-preserving AI!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Lead: [Your Name]</a:t>
            </a:r>
          </a:p>
          <a:p>
            <a:pPr/>
            <a:r>
              <a:t>Email: [your.email@example.com]</a:t>
            </a:r>
          </a:p>
          <a:p>
            <a:pPr/>
            <a:r>
              <a:t>LinkedIn: [linkedin.com/in/yourprofile]</a:t>
            </a:r>
          </a:p>
          <a:p>
            <a:pPr/>
            <a:r>
              <a:t>GitHub: [github.com/yourusername]</a:t>
            </a:r>
          </a:p>
          <a:p>
            <a:pPr/>
            <a:r>
              <a:t>Project Repository: [github.com/yourusername/ai-disease-prediction]</a:t>
            </a:r>
          </a:p>
          <a:p>
            <a:pPr/>
            <a:r>
              <a:t>Demo Link: [streamlit deployment URL]</a:t>
            </a:r>
          </a:p>
          <a:p>
            <a:pPr/>
            <a:r>
              <a:t>Thank You!</a:t>
            </a:r>
          </a:p>
          <a:p>
            <a:pPr/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